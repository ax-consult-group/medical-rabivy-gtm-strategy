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47B6"/>
    <a:srgbClr val="321763"/>
    <a:srgbClr val="F7F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8A93-92B7-107D-226E-8C228483D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4411A-072D-6117-AF85-353FA0D49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6E76C-1261-BF4C-1D51-6F6F2F79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28081-F16A-BBD3-209F-F45D7870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A0900-C7DE-A7F0-5D95-7AD4C7FE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344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554C-A204-EA7B-B8CC-59E4C779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A3B18-3794-22F8-A986-4CC7EDE4D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EBC24-C403-101E-FA3A-98633213A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F4516-27AB-F9BB-2F32-742DCC712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D90A8-5CC7-212A-FE45-49F065E9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7152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AB59-22EA-A39F-0596-2C1C6022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E4D61-626B-F810-4EF8-459648002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8D3CE-4DA0-5787-D1DD-A139F922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AE2BD-CADA-9F09-1B1D-4B1285E06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566AC-CE92-FC19-8C9B-A904CC650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684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6DDC-0D71-B726-E60E-E15650CF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B9309-B92B-C132-80B9-BCF792C7A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99F9F-02D7-8C35-CCE3-0027469EF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DDB82-521B-FAFC-4215-96DA6999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5E215-60A3-0E1B-FCF0-DA15608D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448C8-1AA2-4024-C897-E31A85171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511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15CFE-4BB4-7FED-D973-838768B8E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71EB7-ECC0-FED1-DAE2-7F5821A9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F9915-BE20-45B5-44D3-204CA73FF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F8F90-F10F-3FF3-E867-06627E8F8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B605F1-83F0-AB79-EF21-0781BBFF1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DFF37E-609D-569B-5DE6-3A7A14CA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AD831-0D38-C62C-417E-385DD8F4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AFE9C-513B-FBB4-C383-1102FC58E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880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B3FC-5F85-73FB-61CB-94C7F736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FC0577-D4A0-31B0-5EE6-DC519F418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918CA6-DA61-0FAA-2A3C-BFB77E7E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4A387-0954-0B9E-3501-353633D3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088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B32DD-D34A-B6AB-E0D0-9333844CC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1CE9A4-24DC-1E22-BEBD-CCFED4B9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84CF5-2344-7733-21E3-B9991F18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147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02217-92EB-1EC0-D600-E75A35D10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5E53-F9FC-3FDA-2A2B-182B4B833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55929-0B31-152A-9C8F-C123E6B8C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E6719-9F88-5A8F-01FA-D00CBAE1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DE95F-4465-724E-4297-97C95383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FF7D0-3009-8EC6-0ACE-5F1554C7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03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0A5DB-72D2-A458-3293-4C3F100A3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9BB83-D811-E0D3-F2AA-CAB4C5361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A95BE-83CE-94FF-E709-98CF9A3F0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1BB97-3147-07E1-0EE8-EB40E59B4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29ADE-5696-1F87-6E89-6A7A41BC0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A95A0-2FBD-71CC-236B-99EAFB28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2528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2213A-1DC7-B9DD-1F9B-34651C19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57927-5D28-668F-0061-8EA942E10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572EA-6906-ED80-0AD8-3BE9A260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F5AE-8896-8176-E4A4-7100BFFA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D0532-F6C1-37FE-3092-A573C057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0305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AD548A-9595-B104-1255-67896EC16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EF6FFB-03B0-13B2-E775-6125FCE55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8B0B5-40DB-87D5-FD6F-BCE8270E0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0DDC8-58DE-2E72-43A2-DA5138F72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DDA6C-F35D-2B73-B7AF-7CAEAEA4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1350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990804-4893-B75F-F21D-310FC50F6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AD989-1D7E-AD99-DF6C-509181620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3B4B4-8D25-3890-7138-C8673989C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AB4B5-2D77-4748-A974-D377C3BEB407}" type="datetimeFigureOut">
              <a:rPr lang="en-ZA" smtClean="0"/>
              <a:t>2026/07/03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32C32-46DA-78F3-44E7-BA4B3D281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42DB9-2C8E-FCBA-2CF6-4456B650A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5700E-89EC-4C48-B5DD-F0A60BF3ED8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683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5D2B4CF-8676-6D10-6C5E-DAE0EA9F19B8}"/>
              </a:ext>
            </a:extLst>
          </p:cNvPr>
          <p:cNvGrpSpPr/>
          <p:nvPr/>
        </p:nvGrpSpPr>
        <p:grpSpPr>
          <a:xfrm>
            <a:off x="500741" y="413657"/>
            <a:ext cx="11244943" cy="957943"/>
            <a:chOff x="261257" y="163286"/>
            <a:chExt cx="11800114" cy="95794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0DE71E1-7E03-7414-02CF-20FD0F834123}"/>
                </a:ext>
              </a:extLst>
            </p:cNvPr>
            <p:cNvSpPr/>
            <p:nvPr/>
          </p:nvSpPr>
          <p:spPr>
            <a:xfrm>
              <a:off x="261257" y="163286"/>
              <a:ext cx="11800114" cy="957943"/>
            </a:xfrm>
            <a:prstGeom prst="roundRect">
              <a:avLst/>
            </a:prstGeom>
            <a:solidFill>
              <a:srgbClr val="3217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ZA" b="1" dirty="0" err="1"/>
                <a:t>Rabivy</a:t>
              </a:r>
              <a:r>
                <a:rPr lang="en-ZA" b="1" dirty="0"/>
                <a:t> - HCP Propensity Dashboard</a:t>
              </a:r>
            </a:p>
            <a:p>
              <a:r>
                <a:rPr lang="en-ZA" sz="1400" dirty="0"/>
                <a:t>AX Pharmaceuticals · </a:t>
              </a:r>
              <a:r>
                <a:rPr lang="en-ZA" sz="1400" dirty="0" err="1"/>
                <a:t>Rabivy</a:t>
              </a:r>
              <a:r>
                <a:rPr lang="en-ZA" sz="1400" dirty="0"/>
                <a:t> Commercial Launch · AX Consult Group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046678-F83E-508B-7222-E573BC798A19}"/>
                </a:ext>
              </a:extLst>
            </p:cNvPr>
            <p:cNvSpPr txBox="1"/>
            <p:nvPr/>
          </p:nvSpPr>
          <p:spPr>
            <a:xfrm>
              <a:off x="10461171" y="489857"/>
              <a:ext cx="1600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1400" dirty="0">
                  <a:solidFill>
                    <a:schemeClr val="bg1"/>
                  </a:solidFill>
                </a:rPr>
                <a:t>N = 15 000 HCPs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A7CC046-2612-F035-9BB9-FF2545BA59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76"/>
          <a:stretch>
            <a:fillRect/>
          </a:stretch>
        </p:blipFill>
        <p:spPr>
          <a:xfrm>
            <a:off x="566056" y="1679049"/>
            <a:ext cx="1765196" cy="4710865"/>
          </a:xfrm>
          <a:prstGeom prst="roundRect">
            <a:avLst>
              <a:gd name="adj" fmla="val 5156"/>
            </a:avLst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9D989A-C147-01C6-E3FC-398FC65CB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307" y="4650847"/>
            <a:ext cx="9212377" cy="18145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EFF715-85C4-21A1-12F6-5D323BD59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307" y="1591962"/>
            <a:ext cx="9212377" cy="293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30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7F939-F9CF-5409-81A1-6A7E0B19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2F1683-E955-E615-CC02-E5C1D81889F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97630-3150-AFBF-5E85-EA8420F80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3E527D-B18B-7913-9999-6AC64EDD2D98}"/>
                </a:ext>
              </a:extLst>
            </p:cNvPr>
            <p:cNvSpPr txBox="1"/>
            <p:nvPr/>
          </p:nvSpPr>
          <p:spPr>
            <a:xfrm>
              <a:off x="7316788" y="1736726"/>
              <a:ext cx="180975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1700" dirty="0">
                  <a:solidFill>
                    <a:srgbClr val="5047B6"/>
                  </a:solidFill>
                  <a:latin typeface="Aptos Light" panose="020B0004020202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4341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Aptos Light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Tilabo Williamson</dc:creator>
  <cp:lastModifiedBy>Tilabo Williamson</cp:lastModifiedBy>
  <cp:revision>3</cp:revision>
  <dcterms:created xsi:type="dcterms:W3CDTF">2026-06-29T11:11:38Z</dcterms:created>
  <dcterms:modified xsi:type="dcterms:W3CDTF">2026-07-03T07:08:01Z</dcterms:modified>
</cp:coreProperties>
</file>